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4200" b="1">
                <a:solidFill>
                  <a:srgbClr val="193A2A"/>
                </a:solidFill>
              </a:defRPr>
            </a:pPr>
            <a:r>
              <a:t>AI WasteWise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1498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C804B"/>
                </a:solidFill>
              </a:defRPr>
            </a:pPr>
            <a:r>
              <a:t>AI-Powered Waste Segregation &amp; Sustainability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9966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303F36"/>
                </a:solidFill>
              </a:defRPr>
            </a:pPr>
            <a:r>
              <a:t>Presented by Devarapalli Sravani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03320"/>
            <a:ext cx="9966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0">
                <a:solidFill>
                  <a:srgbClr val="303F36"/>
                </a:solidFill>
              </a:defRPr>
            </a:pPr>
            <a:r>
              <a:t>CSE • Lakireddy Balireddy College of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15968"/>
            <a:ext cx="99669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193A2A"/>
                </a:solidFill>
              </a:defRPr>
            </a:pPr>
            <a:r>
              <a:t>1M1B AI for Sustainability Virtual Internship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303520"/>
            <a:ext cx="292608" cy="292608"/>
          </a:xfrm>
          <a:prstGeom prst="ellipse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914400"/>
            <a:ext cx="237744" cy="237744"/>
          </a:xfrm>
          <a:prstGeom prst="ellipse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5303520"/>
            <a:ext cx="384048" cy="384048"/>
          </a:xfrm>
          <a:prstGeom prst="ellipse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Problem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People often struggle to identify the correct waste category and disposal method, leading to improper segregation.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92024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0876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Who Is Affected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3017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Students, households, offices, campus staff and local communities.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92024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32588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08760"/>
            <a:ext cx="2971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Why AI?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11680"/>
            <a:ext cx="2971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AI can classify waste from text or images and provide quick, understandable disposal guidance.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325880"/>
            <a:ext cx="73152" cy="1920240"/>
          </a:xfrm>
          <a:prstGeom prst="rect">
            <a:avLst/>
          </a:prstGeom>
          <a:solidFill>
            <a:srgbClr val="E1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3794760"/>
            <a:ext cx="9966960" cy="1508760"/>
          </a:xfrm>
          <a:prstGeom prst="round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160520"/>
            <a:ext cx="9144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193A2A"/>
                </a:solidFill>
              </a:defRPr>
            </a:pPr>
            <a:r>
              <a:t>How might we use AI to help people identify and properly segregate waste?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0">
                <a:solidFill>
                  <a:srgbClr val="303F36"/>
                </a:solidFill>
              </a:defRPr>
            </a:pPr>
            <a:r>
              <a:t>Goal: make responsible waste decisions easier at the point of disposal.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Design Thinking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28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103120"/>
            <a:ext cx="640080" cy="640080"/>
          </a:xfrm>
          <a:prstGeom prst="ellipse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12848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71800"/>
            <a:ext cx="149961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Empathize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566160"/>
            <a:ext cx="1499616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303F36"/>
                </a:solidFill>
              </a:defRPr>
            </a:pPr>
            <a:r>
              <a:t>Understand user confusion around waste disposal.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1828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2103120"/>
            <a:ext cx="640080" cy="640080"/>
          </a:xfrm>
          <a:prstGeom prst="ellipse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212848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971800"/>
            <a:ext cx="149961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566160"/>
            <a:ext cx="1499616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303F36"/>
                </a:solidFill>
              </a:defRPr>
            </a:pPr>
            <a:r>
              <a:t>Frame the waste identification &amp; segregation challenge.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828800"/>
            <a:ext cx="1828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2103120"/>
            <a:ext cx="640080" cy="640080"/>
          </a:xfrm>
          <a:prstGeom prst="ellipse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212848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971800"/>
            <a:ext cx="149961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Ideate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566160"/>
            <a:ext cx="1499616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303F36"/>
                </a:solidFill>
              </a:defRPr>
            </a:pPr>
            <a:r>
              <a:t>Explore an AI assistant using text and image inputs.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828800"/>
            <a:ext cx="1828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2103120"/>
            <a:ext cx="640080" cy="640080"/>
          </a:xfrm>
          <a:prstGeom prst="ellipse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212848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971800"/>
            <a:ext cx="149961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566160"/>
            <a:ext cx="1499616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303F36"/>
                </a:solidFill>
              </a:defRPr>
            </a:pPr>
            <a:r>
              <a:t>Build a web prototype connected to Gemini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828800"/>
            <a:ext cx="1828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2103120"/>
            <a:ext cx="640080" cy="640080"/>
          </a:xfrm>
          <a:prstGeom prst="ellipse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212848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971800"/>
            <a:ext cx="149961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Test &amp; Refine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3566160"/>
            <a:ext cx="1499616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303F36"/>
                </a:solidFill>
              </a:defRPr>
            </a:pPr>
            <a:r>
              <a:t>Test common and uncertain waste examples and improve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4663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Primary SDG —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66344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Responsible Consumption and Production</a:t>
            </a:r>
            <a:br/>
            <a:br/>
            <a:r>
              <a:t>AI WasteWise supports better waste identification and segregation, encouraging more responsible consumption and disposal practices.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73152" cy="347472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6177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Secondary SDG —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1772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Sustainable Cities and Communities</a:t>
            </a:r>
            <a:br/>
            <a:br/>
            <a:r>
              <a:t>Better segregation at source can support cleaner communities and more sustainable waste-management practices.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73152" cy="347472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99669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900" b="1">
                <a:solidFill>
                  <a:srgbClr val="193A2A"/>
                </a:solidFill>
              </a:defRPr>
            </a:pPr>
            <a:r>
              <a:t>Primary focus: SDG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Proposed 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C804B"/>
                </a:solidFill>
              </a:defRPr>
            </a:pPr>
            <a:r>
              <a:t>A multimodal AI assistant for everyday waste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60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031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①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10312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Enter a waste item as text or upload an image.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73152" cy="237744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874519"/>
            <a:ext cx="2560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21031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② AI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10312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Gemini AI identifies the likely waste category/type.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874519"/>
            <a:ext cx="73152" cy="237744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874519"/>
            <a:ext cx="2560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21031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③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10312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The system suggests an appropriate disposal method.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874519"/>
            <a:ext cx="73152" cy="2377440"/>
          </a:xfrm>
          <a:prstGeom prst="rect">
            <a:avLst/>
          </a:prstGeom>
          <a:solidFill>
            <a:srgbClr val="E1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400" y="1874519"/>
            <a:ext cx="2560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57400"/>
            <a:ext cx="21031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④ Sustainability 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60320"/>
            <a:ext cx="210312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User receives a simple actionable tip and confidence indication.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874519"/>
            <a:ext cx="73152" cy="237744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1828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93A2A"/>
                </a:solidFill>
              </a:defRPr>
            </a:pPr>
            <a:r>
              <a:t>Example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727448"/>
            <a:ext cx="8778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0">
                <a:solidFill>
                  <a:srgbClr val="303F36"/>
                </a:solidFill>
              </a:defRPr>
            </a:pPr>
            <a:r>
              <a:t>Waste Type  •  Disposal  •  AI Confidence  •  Recommendation  •  Sustainability Tip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187451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6916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User</a:t>
            </a:r>
            <a:br/>
            <a:r>
              <a:t>Text /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88920"/>
            <a:ext cx="365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C804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2468880"/>
            <a:ext cx="187451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16916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C804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468880"/>
            <a:ext cx="187451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743200"/>
            <a:ext cx="16916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Node.js</a:t>
            </a:r>
            <a:br/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788920"/>
            <a:ext cx="365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C804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2468880"/>
            <a:ext cx="187451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2743200"/>
            <a:ext cx="16916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Gemini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59" y="2788920"/>
            <a:ext cx="365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C804B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468880"/>
            <a:ext cx="187451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2743200"/>
            <a:ext cx="16916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193A2A"/>
                </a:solidFill>
              </a:defRPr>
            </a:pPr>
            <a:r>
              <a:t>Classification +</a:t>
            </a:r>
            <a:br/>
            <a:r>
              <a:t>Disposal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9784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700" b="1">
                <a:solidFill>
                  <a:srgbClr val="2C804B"/>
                </a:solidFill>
              </a:defRPr>
            </a:pPr>
            <a:r>
              <a:t>Responsible AI safeguards: Fairness • Transparency • Privacy • Ethical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4297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Text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429768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User enters an item such as “plastic water bottle”.</a:t>
            </a:r>
            <a:br/>
            <a:br/>
            <a:r>
              <a:t>AI returns category, disposal guidance, confidence and a sustainability tip.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54480"/>
            <a:ext cx="73152" cy="347472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554480"/>
            <a:ext cx="47548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37360"/>
            <a:ext cx="4297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Image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29768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User uploads a waste image.</a:t>
            </a:r>
            <a:br/>
            <a:br/>
            <a:r>
              <a:t>The prototype sends the image to Gemini AI and displays the resulting classification and guidance.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554480"/>
            <a:ext cx="73152" cy="347472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394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4937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93776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Avoid assuming one disposal rule fits every context; improve coverage across waste examples.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25880"/>
            <a:ext cx="73152" cy="96012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5394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4937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493776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Show what the AI classified and provide a confidence/verification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14600"/>
            <a:ext cx="73152" cy="96012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5394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4937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89120"/>
            <a:ext cx="493776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Minimize unnecessary collection of personal information and handle uploaded inputs responsibly.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03320"/>
            <a:ext cx="73152" cy="960120"/>
          </a:xfrm>
          <a:prstGeom prst="rect">
            <a:avLst/>
          </a:prstGeom>
          <a:solidFill>
            <a:srgbClr val="E1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5394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74920"/>
            <a:ext cx="4937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Ethical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493776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Encourage safe, responsible disposal and make uncertainty visible rather than pretending certainty.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92040"/>
            <a:ext cx="73152" cy="96012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Environmental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• Encourage better segregation at source</a:t>
            </a:r>
            <a:br/>
            <a:r>
              <a:t>• Reduce avoidable mixing of waste</a:t>
            </a:r>
            <a:br/>
            <a:r>
              <a:t>• Promote more responsible disposal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0020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1752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• Make waste guidance easier to understand</a:t>
            </a:r>
            <a:br/>
            <a:r>
              <a:t>• Help students and households make quick decisions</a:t>
            </a:r>
            <a:br/>
            <a:r>
              <a:t>• Build sustainability awareness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73152" cy="356616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00200"/>
            <a:ext cx="2971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103120"/>
            <a:ext cx="2971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• Demonstrate multimodal AI for sustainability</a:t>
            </a:r>
            <a:br/>
            <a:r>
              <a:t>• Combine classification with decision support</a:t>
            </a:r>
            <a:br/>
            <a:r>
              <a:t>• Provide a foundation for future campus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417320"/>
            <a:ext cx="73152" cy="3566160"/>
          </a:xfrm>
          <a:prstGeom prst="rect">
            <a:avLst/>
          </a:prstGeom>
          <a:solidFill>
            <a:srgbClr val="E1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9601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0">
                <a:solidFill>
                  <a:srgbClr val="303F36"/>
                </a:solidFill>
              </a:defRPr>
            </a:pPr>
            <a:r>
              <a:t>Impact described here is expected/planned; it is not a measured field-study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A2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C804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10972800" cy="22860"/>
          </a:xfrm>
          <a:prstGeom prst="rect">
            <a:avLst/>
          </a:prstGeom>
          <a:solidFill>
            <a:srgbClr val="E0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091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091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AI WasteWise demonstrates how generative AI can support everyday waste identification and segregation through a simple text/image interface.</a:t>
            </a:r>
            <a:br/>
            <a:br/>
            <a:r>
              <a:t>It connects AI classification with practical disposal guidance and responsible-AI considerations.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371600"/>
            <a:ext cx="73152" cy="3566160"/>
          </a:xfrm>
          <a:prstGeom prst="rect">
            <a:avLst/>
          </a:prstGeom>
          <a:solidFill>
            <a:srgbClr val="2C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6634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>
                <a:solidFill>
                  <a:srgbClr val="193A2A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66344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303F36"/>
                </a:solidFill>
              </a:defRPr>
            </a:pPr>
            <a:r>
              <a:t>• Improve image recognition across more waste types</a:t>
            </a:r>
            <a:br/>
            <a:r>
              <a:t>• Add localized recycling/disposal information</a:t>
            </a:r>
            <a:br/>
            <a:r>
              <a:t>• Add multilingual support</a:t>
            </a:r>
            <a:br/>
            <a:r>
              <a:t>• Build a campus waste analytics dashboard</a:t>
            </a:r>
            <a:br/>
            <a:r>
              <a:t>• Extend to mobile and smart waste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73152" cy="3566160"/>
          </a:xfrm>
          <a:prstGeom prst="rect">
            <a:avLst/>
          </a:prstGeom>
          <a:solidFill>
            <a:srgbClr val="5D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2412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3000" b="1">
                <a:solidFill>
                  <a:srgbClr val="193A2A"/>
                </a:solidFill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2C804B"/>
                </a:solidFill>
              </a:defRPr>
            </a:pPr>
            <a:r>
              <a:t>AI WasteWise • SDG 12 • Responsible AI for Sustainability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